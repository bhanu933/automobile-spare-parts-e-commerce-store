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55"/>
            <a:ext cx="8229600" cy="940982"/>
          </a:xfrm>
        </p:spPr>
        <p:txBody>
          <a:bodyPr>
            <a:normAutofit fontScale="90000"/>
          </a:bodyPr>
          <a:lstStyle/>
          <a:p>
            <a:r>
              <a:rPr b="1"/>
              <a:t>Automobile Spare Parts E-Commerce </a:t>
            </a:r>
            <a:r>
              <a:rPr b="1" smtClean="0"/>
              <a:t>Store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b="1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                                                         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                                                       Prepared By</a:t>
            </a:r>
          </a:p>
          <a:p>
            <a:pPr>
              <a:buNone/>
            </a:pPr>
            <a:r>
              <a:rPr lang="en-US" b="1" dirty="0" smtClean="0"/>
              <a:t>                                                  Name :</a:t>
            </a:r>
            <a:r>
              <a:rPr lang="en-US" dirty="0" smtClean="0"/>
              <a:t>M </a:t>
            </a:r>
            <a:r>
              <a:rPr lang="en-US" dirty="0" err="1" smtClean="0"/>
              <a:t>B</a:t>
            </a:r>
            <a:r>
              <a:rPr lang="en-US" dirty="0" err="1" smtClean="0"/>
              <a:t>hanu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</a:t>
            </a:r>
            <a:r>
              <a:rPr lang="en-US" b="1" dirty="0" smtClean="0"/>
              <a:t>                                                Roll No:</a:t>
            </a:r>
            <a:r>
              <a:rPr lang="en-US" dirty="0" smtClean="0"/>
              <a:t>23481A05E8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Online platform to buy automobile spare parts easily.</a:t>
            </a:r>
          </a:p>
          <a:p>
            <a:r>
              <a:t>Provides digital solution for spare parts </a:t>
            </a:r>
            <a:r>
              <a:rPr/>
              <a:t>shopping</a:t>
            </a:r>
            <a:r>
              <a:rPr smtClean="0"/>
              <a:t>.</a:t>
            </a:r>
            <a:endParaRPr lang="en-US" dirty="0" smtClean="0"/>
          </a:p>
          <a:p>
            <a:r>
              <a:rPr lang="en-US" dirty="0" smtClean="0"/>
              <a:t>This system helps customers search and purchase automobile spare parts anytime without visiting physical stores.</a:t>
            </a:r>
          </a:p>
          <a:p>
            <a:r>
              <a:rPr lang="en-US" dirty="0" smtClean="0"/>
              <a:t>The platform improves transparency by showing clear product details, prices, and availability in one place.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Manual spare parts purchase is time-consuming.</a:t>
            </a:r>
          </a:p>
          <a:p>
            <a:r>
              <a:t>Limited availability and lack of price </a:t>
            </a:r>
            <a:r>
              <a:rPr/>
              <a:t>comparison</a:t>
            </a:r>
            <a:r>
              <a:rPr smtClean="0"/>
              <a:t>.</a:t>
            </a:r>
            <a:endParaRPr lang="en-US" dirty="0" smtClean="0"/>
          </a:p>
          <a:p>
            <a:r>
              <a:rPr lang="en-US" dirty="0" smtClean="0"/>
              <a:t>Customers face difficulty in identifying genuine spare parts and trusted sellers.</a:t>
            </a:r>
          </a:p>
          <a:p>
            <a:r>
              <a:rPr lang="en-US" dirty="0" smtClean="0"/>
              <a:t> There is no centralized platform to track orders, manage returns, or get proper after-sales support.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an online spare parts store.</a:t>
            </a:r>
          </a:p>
          <a:p>
            <a:r>
              <a:t>Easy browsing</a:t>
            </a:r>
            <a:r>
              <a:rPr/>
              <a:t>, </a:t>
            </a:r>
            <a:r>
              <a:rPr smtClean="0"/>
              <a:t>cart, </a:t>
            </a:r>
            <a:r>
              <a:t>and purchase </a:t>
            </a:r>
            <a:r>
              <a:rPr/>
              <a:t>system</a:t>
            </a:r>
            <a:r>
              <a:rPr smtClean="0"/>
              <a:t>.</a:t>
            </a:r>
            <a:endParaRPr lang="en-US" dirty="0" smtClean="0"/>
          </a:p>
          <a:p>
            <a:r>
              <a:rPr lang="en-US" dirty="0" smtClean="0"/>
              <a:t>To provide a secure and user-friendly platform for customers to search and select spare parts easily.</a:t>
            </a:r>
          </a:p>
          <a:p>
            <a:r>
              <a:rPr lang="en-US" dirty="0" smtClean="0"/>
              <a:t>To improve accessibility by allowing users to compare prices and product details before purchasing.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Integrated shopping cart system to manage selected spare parts and quantities easily.</a:t>
            </a:r>
          </a:p>
          <a:p>
            <a:r>
              <a:rPr lang="en-US" dirty="0" smtClean="0"/>
              <a:t>Secure user authentication and order management to ensure safe and reliable transactions.</a:t>
            </a:r>
          </a:p>
          <a:p>
            <a:r>
              <a:rPr lang="en-US" dirty="0" smtClean="0"/>
              <a:t>Web-based e-commerce platform.</a:t>
            </a:r>
          </a:p>
          <a:p>
            <a:r>
              <a:rPr lang="en-US" dirty="0" smtClean="0"/>
              <a:t>User-friendly interface with product images and prices.</a:t>
            </a:r>
          </a:p>
          <a:p>
            <a:endParaRPr lang="en-US" dirty="0" smtClean="0"/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Architecture</a:t>
            </a:r>
            <a:endParaRPr lang="en-US" b="1" dirty="0"/>
          </a:p>
        </p:txBody>
      </p:sp>
      <p:pic>
        <p:nvPicPr>
          <p:cNvPr id="4" name="Content Placeholder 3" descr="c13dc2fa-ec64-4589-841e-2de91de30f1d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7" y="1600200"/>
            <a:ext cx="6788945" cy="452596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Implementation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 authentication module allows users to register, login, and logout securely.</a:t>
            </a:r>
          </a:p>
          <a:p>
            <a:r>
              <a:rPr lang="en-US" dirty="0" smtClean="0"/>
              <a:t> Admin can add, update, or remove spare parts from the product database.</a:t>
            </a:r>
          </a:p>
          <a:p>
            <a:r>
              <a:rPr lang="en-US" dirty="0" smtClean="0"/>
              <a:t>Database integration ensures real-time update of product availability and stock details.</a:t>
            </a:r>
          </a:p>
          <a:p>
            <a:r>
              <a:rPr lang="en-US" dirty="0" smtClean="0"/>
              <a:t> Flask routing is used to connect frontend pages with backend logic smoothly.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Output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66478"/>
            <a:ext cx="8229600" cy="4393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Output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08220" y="1417638"/>
            <a:ext cx="5938576" cy="2340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8221" y="3758083"/>
            <a:ext cx="5938576" cy="250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Output</a:t>
            </a:r>
            <a:endParaRPr lang="en-US" b="1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4553" y="1273474"/>
            <a:ext cx="4153711" cy="4397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8264" y="1273474"/>
            <a:ext cx="4620637" cy="4397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Output</a:t>
            </a:r>
            <a:endParaRPr lang="en-US" b="1" dirty="0"/>
          </a:p>
        </p:txBody>
      </p:sp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0763"/>
            <a:ext cx="4319082" cy="37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6282" y="1554030"/>
            <a:ext cx="4221803" cy="37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Result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Automobile Spare Parts E-Commerce Store successfully developed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Users can register, login, and view spare parts with images and </a:t>
            </a:r>
            <a:r>
              <a:rPr lang="en-US" dirty="0" smtClean="0"/>
              <a:t>prices.</a:t>
            </a:r>
          </a:p>
          <a:p>
            <a:r>
              <a:rPr lang="en-US" dirty="0" smtClean="0"/>
              <a:t>Add to Cart feature works and shows item count in cart icon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Cart </a:t>
            </a:r>
            <a:r>
              <a:rPr lang="en-US" dirty="0" smtClean="0"/>
              <a:t>displays selected items with total amount.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Future Enhancement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36787"/>
          </a:xfrm>
        </p:spPr>
        <p:txBody>
          <a:bodyPr>
            <a:noAutofit/>
          </a:bodyPr>
          <a:lstStyle/>
          <a:p>
            <a:r>
              <a:rPr lang="en-US" sz="3600" dirty="0" smtClean="0"/>
              <a:t>Online payment integration (UPI, Debit/Credit Cards</a:t>
            </a:r>
            <a:r>
              <a:rPr lang="en-US" sz="3600" dirty="0" smtClean="0"/>
              <a:t>).</a:t>
            </a:r>
          </a:p>
          <a:p>
            <a:r>
              <a:rPr lang="en-US" sz="3600" dirty="0" smtClean="0"/>
              <a:t>Admin panel to manage products and orders</a:t>
            </a:r>
            <a:r>
              <a:rPr lang="en-US" sz="3600" dirty="0" smtClean="0"/>
              <a:t>.</a:t>
            </a:r>
          </a:p>
          <a:p>
            <a:r>
              <a:rPr lang="en-US" sz="3600" dirty="0" smtClean="0"/>
              <a:t>Order tracking and delivery status updates</a:t>
            </a:r>
            <a:r>
              <a:rPr lang="en-US" sz="3600" dirty="0" smtClean="0"/>
              <a:t>.</a:t>
            </a:r>
          </a:p>
          <a:p>
            <a:r>
              <a:rPr lang="en-US" sz="3600" dirty="0" smtClean="0"/>
              <a:t>Product search and category filtering</a:t>
            </a:r>
            <a:r>
              <a:rPr lang="en-US" sz="3600" dirty="0" smtClean="0"/>
              <a:t>.</a:t>
            </a:r>
          </a:p>
          <a:p>
            <a:r>
              <a:rPr lang="en-US" sz="3600" dirty="0" smtClean="0"/>
              <a:t>User reviews and ratings for products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Project meets all basic e-commerce requirements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Flask efficiently handles backend operations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HTML and CSS provide a simple and user-friendly interface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Session </a:t>
            </a:r>
            <a:r>
              <a:rPr lang="en-US" dirty="0" smtClean="0"/>
              <a:t>management is used for cart functionality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Project can be extended with payments and order tracking.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395</Words>
  <Application>Microsoft Macintosh PowerPoint</Application>
  <PresentationFormat>On-screen Show (4:3)</PresentationFormat>
  <Paragraphs>55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Automobile Spare Parts E-Commerce Store </vt:lpstr>
      <vt:lpstr>Introduction</vt:lpstr>
      <vt:lpstr>Problem Statement</vt:lpstr>
      <vt:lpstr>Objective</vt:lpstr>
      <vt:lpstr>Proposed Solution</vt:lpstr>
      <vt:lpstr>Architecture</vt:lpstr>
      <vt:lpstr>Implementation</vt:lpstr>
      <vt:lpstr>Output</vt:lpstr>
      <vt:lpstr>Output</vt:lpstr>
      <vt:lpstr>Output</vt:lpstr>
      <vt:lpstr>Output</vt:lpstr>
      <vt:lpstr>Result</vt:lpstr>
      <vt:lpstr>Future Enhancement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Automobile Spare Parts E-Commerce Store</dc:title>
  <dc:creator>BHANU</dc:creator>
  <dc:description>generated using python-pptx</dc:description>
  <cp:lastModifiedBy>PC</cp:lastModifiedBy>
  <cp:revision>11</cp:revision>
  <dcterms:created xsi:type="dcterms:W3CDTF">2013-01-27T09:14:16Z</dcterms:created>
  <dcterms:modified xsi:type="dcterms:W3CDTF">2026-01-29T05:04:43Z</dcterms:modified>
</cp:coreProperties>
</file>